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80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맑은 고딕"/>
              </a:rPr>
              <a:t>대기만성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2880000"/>
            <a:ext cx="68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</a:pPr>
            <a:r>
              <a:rPr sz="3200" b="1">
                <a:solidFill>
                  <a:srgbClr val="FFFFFF"/>
                </a:solidFill>
                <a:latin typeface="맑은 고딕"/>
              </a:rPr>
              <a:t>지금 중식 하시는데</a:t>
            </a:r>
          </a:p>
          <a:p>
            <a:pPr algn="ctr">
              <a:lnSpc>
                <a:spcPts val="4800"/>
              </a:lnSpc>
            </a:pPr>
            <a:r>
              <a:rPr sz="3200" b="1">
                <a:solidFill>
                  <a:srgbClr val="FFFFFF"/>
                </a:solidFill>
                <a:latin typeface="맑은 고딕"/>
              </a:rPr>
              <a:t>잘 안 되고 계신가요?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400000"/>
            <a:ext cx="6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맑은 고딕"/>
              </a:rPr>
              <a:t>가맹비 · 교육비 800만원 전액 면제로 전환하세요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9720000"/>
            <a:ext cx="6840000" cy="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9828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맑은 고딕"/>
              </a:rPr>
              <a:t>대기만성   031-684-0095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648000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72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</a:rPr>
              <a:t>지금 이런 상황 아니신가요?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60000"/>
            <a:ext cx="64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  <a:latin typeface="맑은 고딕"/>
              </a:rPr>
              <a:t>✓  주방장 월급만 500~600만원, 매출은 그만큼 안 나온다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2772000"/>
            <a:ext cx="6480000" cy="14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2880000"/>
            <a:ext cx="64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  <a:latin typeface="맑은 고딕"/>
              </a:rPr>
              <a:t>✓  주방장 눈치를 내가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4392000"/>
            <a:ext cx="6480000" cy="14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4500000"/>
            <a:ext cx="64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  <a:latin typeface="맑은 고딕"/>
              </a:rPr>
              <a:t>✓  주방장이 나가면 매장이 멈춘다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6012000"/>
            <a:ext cx="6480000" cy="14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6120000"/>
            <a:ext cx="64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  <a:latin typeface="맑은 고딕"/>
              </a:rPr>
              <a:t>✓  장사는 되는데 손에 남는 게 없다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100000"/>
            <a:ext cx="7560000" cy="900000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0000" y="8208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기술자에게 끌려다니는 구조, 바꿀 수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648000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72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</a:rPr>
              <a:t>대기만성은 처음부터 다르게 설계됐습니다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1800000"/>
            <a:ext cx="2160000" cy="28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1800000"/>
            <a:ext cx="2160000" cy="125999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3999" y="2016000"/>
            <a:ext cx="201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41E1E"/>
                </a:solidFill>
                <a:latin typeface="맑은 고딕"/>
              </a:rPr>
              <a:t>🚚 물류 안정화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999" y="2627999"/>
            <a:ext cx="2016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  <a:latin typeface="맑은 고딕"/>
              </a:rPr>
              <a:t>표준화된 식자재
매일 동일 공급</a:t>
            </a:r>
          </a:p>
        </p:txBody>
      </p:sp>
      <p:sp>
        <p:nvSpPr>
          <p:cNvPr id="8" name="Rectangle 7"/>
          <p:cNvSpPr/>
          <p:nvPr/>
        </p:nvSpPr>
        <p:spPr>
          <a:xfrm>
            <a:off x="2555999" y="1800000"/>
            <a:ext cx="2160000" cy="28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5999" y="1800000"/>
            <a:ext cx="2160000" cy="125999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7999" y="2016000"/>
            <a:ext cx="201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41E1E"/>
                </a:solidFill>
                <a:latin typeface="맑은 고딕"/>
              </a:rPr>
              <a:t>📋 3일 완성 교육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7999" y="2627999"/>
            <a:ext cx="2016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  <a:latin typeface="맑은 고딕"/>
              </a:rPr>
              <a:t>요리 경험 불필요
누가 만들어도 같은 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59999" y="1800000"/>
            <a:ext cx="2160000" cy="28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59999" y="1800000"/>
            <a:ext cx="2160000" cy="125999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1999" y="2016000"/>
            <a:ext cx="201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41E1E"/>
                </a:solidFill>
                <a:latin typeface="맑은 고딕"/>
              </a:rPr>
              <a:t>📦 35% 원가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1999" y="2627999"/>
            <a:ext cx="2016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  <a:latin typeface="맑은 고딕"/>
              </a:rPr>
              <a:t>표준화된 수익 구조
안정적 마진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7920000"/>
            <a:ext cx="6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E1E1E"/>
                </a:solidFill>
                <a:latin typeface="맑은 고딕"/>
              </a:rPr>
              <a:t>직영 13개점을 직접 운영하며 검증한 시스템입니다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720000"/>
            <a:ext cx="6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실제 직영점 운영 데이터입니다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368000"/>
            <a:ext cx="68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0A0"/>
                </a:solidFill>
                <a:latin typeface="맑은 고딕"/>
              </a:rPr>
              <a:t>조작 없는 실제 수치입니다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2340000"/>
            <a:ext cx="2160000" cy="3240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2340000"/>
            <a:ext cx="2160000" cy="125999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3999" y="2591999"/>
            <a:ext cx="2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맑은 고딕"/>
              </a:rPr>
              <a:t>고덕점 📍 평택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999" y="3132000"/>
            <a:ext cx="20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0A0"/>
                </a:solidFill>
                <a:latin typeface="맑은 고딕"/>
              </a:rPr>
              <a:t>월 평균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7999" y="3600000"/>
            <a:ext cx="208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41E1E"/>
                </a:solidFill>
                <a:latin typeface="맑은 고딕"/>
              </a:rPr>
              <a:t>1억 1,000만원</a:t>
            </a:r>
          </a:p>
        </p:txBody>
      </p:sp>
      <p:sp>
        <p:nvSpPr>
          <p:cNvPr id="9" name="Rectangle 8"/>
          <p:cNvSpPr/>
          <p:nvPr/>
        </p:nvSpPr>
        <p:spPr>
          <a:xfrm>
            <a:off x="2555999" y="2340000"/>
            <a:ext cx="2160000" cy="3240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5999" y="2340000"/>
            <a:ext cx="2160000" cy="125999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7999" y="2591999"/>
            <a:ext cx="2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맑은 고딕"/>
              </a:rPr>
              <a:t>공도점 📍 안성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7999" y="3132000"/>
            <a:ext cx="20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0A0"/>
                </a:solidFill>
                <a:latin typeface="맑은 고딕"/>
              </a:rPr>
              <a:t>월 평균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1999" y="3600000"/>
            <a:ext cx="208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41E1E"/>
                </a:solidFill>
                <a:latin typeface="맑은 고딕"/>
              </a:rPr>
              <a:t>7,900만원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9999" y="2340000"/>
            <a:ext cx="2160000" cy="3240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59999" y="2340000"/>
            <a:ext cx="2160000" cy="125999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1999" y="2591999"/>
            <a:ext cx="2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맑은 고딕"/>
              </a:rPr>
              <a:t>청당점 📍 천안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1999" y="3132000"/>
            <a:ext cx="20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0A0"/>
                </a:solidFill>
                <a:latin typeface="맑은 고딕"/>
              </a:rPr>
              <a:t>월 평균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5999" y="3600000"/>
            <a:ext cx="208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41E1E"/>
                </a:solidFill>
                <a:latin typeface="맑은 고딕"/>
              </a:rPr>
              <a:t>4,400만원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8640000"/>
            <a:ext cx="6840000" cy="18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00" y="8820000"/>
            <a:ext cx="6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맑은 고딕"/>
              </a:rPr>
              <a:t>배달 리뷰 9,999건+   |   전 플랫폼 평균 별점 4.9점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648000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72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</a:rPr>
              <a:t>일반 중식당과 무엇이 다른가요?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80000"/>
            <a:ext cx="1800000" cy="115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1368000"/>
            <a:ext cx="16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0" y="1080000"/>
            <a:ext cx="2520000" cy="115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32000" y="136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❌ 일반 중식당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0" y="1080000"/>
            <a:ext cx="2520000" cy="115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2000" y="136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✅ 대기만성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232000"/>
            <a:ext cx="1800000" cy="11520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483999"/>
            <a:ext cx="165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1E1E"/>
                </a:solidFill>
                <a:latin typeface="맑은 고딕"/>
              </a:rPr>
              <a:t>주방장 인건비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000" y="2232000"/>
            <a:ext cx="2520000" cy="11520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32000" y="2483999"/>
            <a:ext cx="23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1E1E"/>
                </a:solidFill>
                <a:latin typeface="맑은 고딕"/>
              </a:rPr>
              <a:t>월 500~600만원 필수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0" y="2232000"/>
            <a:ext cx="2520000" cy="11520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2000" y="2483999"/>
            <a:ext cx="23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41E1E"/>
                </a:solidFill>
                <a:latin typeface="맑은 고딕"/>
              </a:rPr>
              <a:t>불필요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3384000"/>
            <a:ext cx="1800000" cy="115200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" y="3635999"/>
            <a:ext cx="165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1E1E"/>
                </a:solidFill>
                <a:latin typeface="맑은 고딕"/>
              </a:rPr>
              <a:t>맛 일관성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0000" y="3384000"/>
            <a:ext cx="2520000" cy="115200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2000" y="3635999"/>
            <a:ext cx="23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1E1E"/>
                </a:solidFill>
                <a:latin typeface="맑은 고딕"/>
              </a:rPr>
              <a:t>사람에 따라 달라짐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0" y="3384000"/>
            <a:ext cx="2520000" cy="115200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2000" y="3635999"/>
            <a:ext cx="23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41E1E"/>
                </a:solidFill>
                <a:latin typeface="맑은 고딕"/>
              </a:rPr>
              <a:t>시스템이 유지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4536000"/>
            <a:ext cx="1800000" cy="11520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00" y="4787999"/>
            <a:ext cx="165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1E1E"/>
                </a:solidFill>
                <a:latin typeface="맑은 고딕"/>
              </a:rPr>
              <a:t>직원 퇴사 리스크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60000" y="4536000"/>
            <a:ext cx="2520000" cy="11520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32000" y="4787999"/>
            <a:ext cx="23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1E1E"/>
                </a:solidFill>
                <a:latin typeface="맑은 고딕"/>
              </a:rPr>
              <a:t>맛 붕괴 위험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0000" y="4536000"/>
            <a:ext cx="2520000" cy="11520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2000" y="4787999"/>
            <a:ext cx="23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41E1E"/>
                </a:solidFill>
                <a:latin typeface="맑은 고딕"/>
              </a:rPr>
              <a:t>영향 없음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5688000"/>
            <a:ext cx="1800000" cy="115200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000" y="5939999"/>
            <a:ext cx="165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1E1E"/>
                </a:solidFill>
                <a:latin typeface="맑은 고딕"/>
              </a:rPr>
              <a:t>신규직원 교육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60000" y="5688000"/>
            <a:ext cx="2520000" cy="115200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32000" y="5939999"/>
            <a:ext cx="23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1E1E"/>
                </a:solidFill>
                <a:latin typeface="맑은 고딕"/>
              </a:rPr>
              <a:t>수개월 소요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80000" y="5688000"/>
            <a:ext cx="2520000" cy="115200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2000" y="5939999"/>
            <a:ext cx="23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41E1E"/>
                </a:solidFill>
                <a:latin typeface="맑은 고딕"/>
              </a:rPr>
              <a:t>단 3일 완성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900000"/>
            <a:ext cx="6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기존 중식집 전환 사장님께만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620000"/>
            <a:ext cx="6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맑은 고딕"/>
              </a:rPr>
              <a:t>선착순 30호점 한정 혜택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880000"/>
            <a:ext cx="6120000" cy="28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3168000"/>
            <a:ext cx="5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41E1E"/>
                </a:solidFill>
                <a:latin typeface="맑은 고딕"/>
              </a:rPr>
              <a:t>가맹비  500만원  →  전액 면제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816000"/>
            <a:ext cx="5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41E1E"/>
                </a:solidFill>
                <a:latin typeface="맑은 고딕"/>
              </a:rPr>
              <a:t>교육비  300만원  →  전액 면제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4464000"/>
            <a:ext cx="5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41E1E"/>
                </a:solidFill>
                <a:latin typeface="맑은 고딕"/>
              </a:rPr>
              <a:t>─────────────────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5112000"/>
            <a:ext cx="5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41E1E"/>
                </a:solidFill>
                <a:latin typeface="맑은 고딕"/>
              </a:rPr>
              <a:t>합계   800만원  →  0원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480000"/>
            <a:ext cx="6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맑은 고딕"/>
              </a:rPr>
              <a:t>부담 없이 먼저 상담받아 보세요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9540000"/>
            <a:ext cx="6840000" cy="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9648000"/>
            <a:ext cx="68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맑은 고딕"/>
              </a:rPr>
              <a:t>대기만성   031-684-0095   |   chc9443@naver.com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0044000"/>
            <a:ext cx="68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맑은 고딕"/>
              </a:rPr>
              <a:t>주식회사 대기만성홀딩스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